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Syne"/>
      <p:regular r:id="rId16"/>
      <p:bold r:id="rId17"/>
    </p:embeddedFont>
    <p:embeddedFont>
      <p:font typeface="Albert Sans"/>
      <p:regular r:id="rId18"/>
      <p:bold r:id="rId19"/>
      <p:italic r:id="rId20"/>
      <p:boldItalic r:id="rId21"/>
    </p:embeddedFont>
    <p:embeddedFont>
      <p:font typeface="Syne SemiBold"/>
      <p:regular r:id="rId22"/>
      <p:bold r:id="rId23"/>
    </p:embeddedFont>
    <p:embeddedFont>
      <p:font typeface="Syne Medium"/>
      <p:regular r:id="rId24"/>
      <p:bold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9CCD0F-DFC0-4EAF-9E49-98E337E2E62D}">
  <a:tblStyle styleId="{A69CCD0F-DFC0-4EAF-9E49-98E337E2E6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-italic.fntdata"/><Relationship Id="rId22" Type="http://schemas.openxmlformats.org/officeDocument/2006/relationships/font" Target="fonts/SyneSemiBold-regular.fntdata"/><Relationship Id="rId21" Type="http://schemas.openxmlformats.org/officeDocument/2006/relationships/font" Target="fonts/AlbertSans-boldItalic.fntdata"/><Relationship Id="rId24" Type="http://schemas.openxmlformats.org/officeDocument/2006/relationships/font" Target="fonts/SyneMedium-regular.fntdata"/><Relationship Id="rId23" Type="http://schemas.openxmlformats.org/officeDocument/2006/relationships/font" Target="fonts/Syne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SyneMedium-bold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Syne-bold.fntdata"/><Relationship Id="rId16" Type="http://schemas.openxmlformats.org/officeDocument/2006/relationships/font" Target="fonts/Syne-regular.fntdata"/><Relationship Id="rId19" Type="http://schemas.openxmlformats.org/officeDocument/2006/relationships/font" Target="fonts/AlbertSans-bold.fntdata"/><Relationship Id="rId18" Type="http://schemas.openxmlformats.org/officeDocument/2006/relationships/font" Target="fonts/Alber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7ab2cd00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7ab2cd00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c5a6c8ff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c5a6c8ff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389400" y="3946400"/>
            <a:ext cx="3041400" cy="6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3585200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499725"/>
            <a:ext cx="1267500" cy="684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720000" y="3644300"/>
            <a:ext cx="2955300" cy="9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4592700" y="3268312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subTitle"/>
          </p:nvPr>
        </p:nvSpPr>
        <p:spPr>
          <a:xfrm>
            <a:off x="4589325" y="1219088"/>
            <a:ext cx="3838200" cy="12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4589325" y="646388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4592700" y="2695612"/>
            <a:ext cx="383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811975" y="539488"/>
            <a:ext cx="4294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34" name="Google Shape;34;p7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 title="techstartup-osc.jpg"/>
          <p:cNvPicPr preferRelativeResize="0"/>
          <p:nvPr/>
        </p:nvPicPr>
        <p:blipFill rotWithShape="1">
          <a:blip r:embed="rId2">
            <a:alphaModFix/>
          </a:blip>
          <a:srcRect b="0" l="0" r="31125" t="311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" name="Google Shape;37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" name="Google Shape;40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1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713225" y="539500"/>
            <a:ext cx="6576000" cy="92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6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607575" y="3961100"/>
            <a:ext cx="28233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techstartup-osc2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713225" y="539500"/>
            <a:ext cx="36864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3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2" type="title"/>
          </p:nvPr>
        </p:nvSpPr>
        <p:spPr>
          <a:xfrm>
            <a:off x="4494552" y="19510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3" type="title"/>
          </p:nvPr>
        </p:nvSpPr>
        <p:spPr>
          <a:xfrm>
            <a:off x="4494552" y="33062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4" type="title"/>
          </p:nvPr>
        </p:nvSpPr>
        <p:spPr>
          <a:xfrm>
            <a:off x="4494552" y="26286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5" type="title"/>
          </p:nvPr>
        </p:nvSpPr>
        <p:spPr>
          <a:xfrm>
            <a:off x="4494552" y="3983875"/>
            <a:ext cx="1013400" cy="620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Syne Medium"/>
              <a:buNone/>
              <a:defRPr b="0" sz="2000">
                <a:solidFill>
                  <a:schemeClr val="dk2"/>
                </a:solidFill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5559775" y="19510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5559775" y="26286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7" type="subTitle"/>
          </p:nvPr>
        </p:nvSpPr>
        <p:spPr>
          <a:xfrm>
            <a:off x="5559775" y="33062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8" type="subTitle"/>
          </p:nvPr>
        </p:nvSpPr>
        <p:spPr>
          <a:xfrm>
            <a:off x="5559775" y="39838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solidFill>
                  <a:schemeClr val="dk1"/>
                </a:solidFill>
                <a:latin typeface="Syne Medium"/>
                <a:ea typeface="Syne Medium"/>
                <a:cs typeface="Syne Medium"/>
                <a:sym typeface="Syn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 Medium"/>
              <a:buNone/>
              <a:defRPr sz="2000">
                <a:latin typeface="Syne Medium"/>
                <a:ea typeface="Syne Medium"/>
                <a:cs typeface="Syne Medium"/>
                <a:sym typeface="Syn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techstartup-osc3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4928800" y="1475100"/>
            <a:ext cx="35019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b="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5" name="Google Shape;65;p14"/>
          <p:cNvSpPr/>
          <p:nvPr>
            <p:ph idx="2" type="pic"/>
          </p:nvPr>
        </p:nvSpPr>
        <p:spPr>
          <a:xfrm>
            <a:off x="1" y="1476775"/>
            <a:ext cx="4294800" cy="366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" name="Google Shape;68;p15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b="0" sz="4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85049" y="2398525"/>
            <a:ext cx="5196300" cy="19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title="techstartup-osc5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719750" y="3509900"/>
            <a:ext cx="3286800" cy="10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>
            <a:off x="5137201" y="349927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subTitle"/>
          </p:nvPr>
        </p:nvSpPr>
        <p:spPr>
          <a:xfrm>
            <a:off x="5137201" y="1451925"/>
            <a:ext cx="3286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>
            <a:off x="719750" y="2708600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5" type="subTitle"/>
          </p:nvPr>
        </p:nvSpPr>
        <p:spPr>
          <a:xfrm>
            <a:off x="5137201" y="269797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6" type="subTitle"/>
          </p:nvPr>
        </p:nvSpPr>
        <p:spPr>
          <a:xfrm>
            <a:off x="5137204" y="650625"/>
            <a:ext cx="32868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1"/>
                </a:solidFill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techstartup-osc6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" type="subTitle"/>
          </p:nvPr>
        </p:nvSpPr>
        <p:spPr>
          <a:xfrm>
            <a:off x="715400" y="171017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subTitle"/>
          </p:nvPr>
        </p:nvSpPr>
        <p:spPr>
          <a:xfrm>
            <a:off x="3376873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subTitle"/>
          </p:nvPr>
        </p:nvSpPr>
        <p:spPr>
          <a:xfrm>
            <a:off x="715400" y="3498801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4" type="subTitle"/>
          </p:nvPr>
        </p:nvSpPr>
        <p:spPr>
          <a:xfrm>
            <a:off x="3376873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5" type="subTitle"/>
          </p:nvPr>
        </p:nvSpPr>
        <p:spPr>
          <a:xfrm>
            <a:off x="6033621" y="1710149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6" type="subTitle"/>
          </p:nvPr>
        </p:nvSpPr>
        <p:spPr>
          <a:xfrm>
            <a:off x="6033621" y="3498797"/>
            <a:ext cx="23928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7" type="subTitle"/>
          </p:nvPr>
        </p:nvSpPr>
        <p:spPr>
          <a:xfrm>
            <a:off x="720114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8" type="subTitle"/>
          </p:nvPr>
        </p:nvSpPr>
        <p:spPr>
          <a:xfrm>
            <a:off x="3381406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9" type="subTitle"/>
          </p:nvPr>
        </p:nvSpPr>
        <p:spPr>
          <a:xfrm>
            <a:off x="6037972" y="1017725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3" type="subTitle"/>
          </p:nvPr>
        </p:nvSpPr>
        <p:spPr>
          <a:xfrm>
            <a:off x="720114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1" name="Google Shape;101;p20"/>
          <p:cNvSpPr txBox="1"/>
          <p:nvPr>
            <p:ph idx="14" type="subTitle"/>
          </p:nvPr>
        </p:nvSpPr>
        <p:spPr>
          <a:xfrm>
            <a:off x="3381406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0"/>
          <p:cNvSpPr txBox="1"/>
          <p:nvPr>
            <p:ph idx="15" type="subTitle"/>
          </p:nvPr>
        </p:nvSpPr>
        <p:spPr>
          <a:xfrm>
            <a:off x="6037972" y="2803098"/>
            <a:ext cx="2392800" cy="6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techstartup-osc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5" name="Google Shape;105;p21"/>
          <p:cNvSpPr txBox="1"/>
          <p:nvPr>
            <p:ph type="title"/>
          </p:nvPr>
        </p:nvSpPr>
        <p:spPr>
          <a:xfrm>
            <a:off x="713257" y="539500"/>
            <a:ext cx="2836800" cy="78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0" sz="5000">
                <a:latin typeface="Syne SemiBold"/>
                <a:ea typeface="Syne SemiBold"/>
                <a:cs typeface="Syne SemiBold"/>
                <a:sym typeface="Syn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713225" y="1325575"/>
            <a:ext cx="2836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/>
        </p:nvSpPr>
        <p:spPr>
          <a:xfrm>
            <a:off x="5004275" y="3649552"/>
            <a:ext cx="34263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0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 title="techstartup-osc4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3" title="techstartup-osc1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yne"/>
              <a:buNone/>
              <a:defRPr b="1" sz="26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subTitle"/>
          </p:nvPr>
        </p:nvSpPr>
        <p:spPr>
          <a:xfrm>
            <a:off x="-903650" y="4296650"/>
            <a:ext cx="30414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Выполнил: Азизов С.M</a:t>
            </a:r>
            <a:endParaRPr/>
          </a:p>
        </p:txBody>
      </p:sp>
      <p:sp>
        <p:nvSpPr>
          <p:cNvPr id="117" name="Google Shape;117;p24"/>
          <p:cNvSpPr txBox="1"/>
          <p:nvPr>
            <p:ph type="ctrTitle"/>
          </p:nvPr>
        </p:nvSpPr>
        <p:spPr>
          <a:xfrm>
            <a:off x="713225" y="539500"/>
            <a:ext cx="7717500" cy="90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QRpro</a:t>
            </a:r>
            <a:endParaRPr/>
          </a:p>
        </p:txBody>
      </p:sp>
      <p:cxnSp>
        <p:nvCxnSpPr>
          <p:cNvPr id="118" name="Google Shape;118;p24"/>
          <p:cNvCxnSpPr>
            <a:endCxn id="116" idx="3"/>
          </p:cNvCxnSpPr>
          <p:nvPr/>
        </p:nvCxnSpPr>
        <p:spPr>
          <a:xfrm>
            <a:off x="-7006250" y="46227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713225" y="539500"/>
            <a:ext cx="48465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Какую </a:t>
            </a:r>
            <a:r>
              <a:rPr lang="en"/>
              <a:t>проблему</a:t>
            </a:r>
            <a:r>
              <a:rPr lang="en"/>
              <a:t> решаем?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 txBox="1"/>
          <p:nvPr>
            <p:ph idx="2" type="title"/>
          </p:nvPr>
        </p:nvSpPr>
        <p:spPr>
          <a:xfrm>
            <a:off x="713227" y="1312375"/>
            <a:ext cx="10134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(01)</a:t>
            </a:r>
            <a:endParaRPr/>
          </a:p>
        </p:txBody>
      </p:sp>
      <p:sp>
        <p:nvSpPr>
          <p:cNvPr id="125" name="Google Shape;125;p25"/>
          <p:cNvSpPr txBox="1"/>
          <p:nvPr>
            <p:ph idx="4" type="title"/>
          </p:nvPr>
        </p:nvSpPr>
        <p:spPr>
          <a:xfrm>
            <a:off x="713227" y="1989975"/>
            <a:ext cx="10134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(02)</a:t>
            </a:r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1778450" y="13123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без сети</a:t>
            </a:r>
            <a:endParaRPr/>
          </a:p>
        </p:txBody>
      </p:sp>
      <p:sp>
        <p:nvSpPr>
          <p:cNvPr id="127" name="Google Shape;127;p25"/>
          <p:cNvSpPr txBox="1"/>
          <p:nvPr>
            <p:ph idx="6" type="subTitle"/>
          </p:nvPr>
        </p:nvSpPr>
        <p:spPr>
          <a:xfrm>
            <a:off x="1778450" y="1989988"/>
            <a:ext cx="2871000" cy="6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Быстрый перенос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Google Shape;132;p26"/>
          <p:cNvGraphicFramePr/>
          <p:nvPr/>
        </p:nvGraphicFramePr>
        <p:xfrm>
          <a:off x="720000" y="115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{A69CCD0F-DFC0-4EAF-9E49-98E337E2E62D}</a:tableStyleId>
              </a:tblPr>
              <a:tblGrid>
                <a:gridCol w="2440750"/>
                <a:gridCol w="4736450"/>
              </a:tblGrid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язык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java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среда разработки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Android studio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UI/UX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Material Components 3,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View Binding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, ScrollView, RecyclerView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Хранение данных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SharedPreferences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 u="sng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сборка</a:t>
                      </a:r>
                      <a:endParaRPr b="1" sz="1000" u="sng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4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Gradle (Kotlin DSL)</a:t>
                      </a:r>
                      <a:endParaRPr sz="100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" name="Google Shape;13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Syne SemiBold"/>
                <a:ea typeface="Syne SemiBold"/>
                <a:cs typeface="Syne SemiBold"/>
                <a:sym typeface="Syne SemiBold"/>
              </a:rPr>
              <a:t>Технический стек</a:t>
            </a:r>
            <a:endParaRPr b="0">
              <a:latin typeface="Syne SemiBold"/>
              <a:ea typeface="Syne SemiBold"/>
              <a:cs typeface="Syne SemiBold"/>
              <a:sym typeface="Syn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762679" y="794675"/>
            <a:ext cx="76185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База данных</a:t>
            </a:r>
            <a:endParaRPr/>
          </a:p>
        </p:txBody>
      </p:sp>
      <p:sp>
        <p:nvSpPr>
          <p:cNvPr id="139" name="Google Shape;139;p27"/>
          <p:cNvSpPr txBox="1"/>
          <p:nvPr/>
        </p:nvSpPr>
        <p:spPr>
          <a:xfrm>
            <a:off x="762675" y="1494300"/>
            <a:ext cx="520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</a:pPr>
            <a:r>
              <a:rPr lang="en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Приложение использует динамическую обработку данных без постоянного хранилища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811975" y="539500"/>
            <a:ext cx="7618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дизайн/функцианал</a:t>
            </a:r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8950" y="1223825"/>
            <a:ext cx="1916341" cy="372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3416" y="1223825"/>
            <a:ext cx="1787746" cy="372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06325" y="285075"/>
            <a:ext cx="77178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заключение/</a:t>
            </a:r>
            <a:r>
              <a:rPr lang="en"/>
              <a:t>Github</a:t>
            </a:r>
            <a:endParaRPr/>
          </a:p>
        </p:txBody>
      </p:sp>
      <p:sp>
        <p:nvSpPr>
          <p:cNvPr id="152" name="Google Shape;152;p29"/>
          <p:cNvSpPr txBox="1"/>
          <p:nvPr/>
        </p:nvSpPr>
        <p:spPr>
          <a:xfrm>
            <a:off x="306325" y="1303875"/>
            <a:ext cx="1124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306325" y="130387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Разработано полноценное Android-приложение: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Генерация QR-кодов из текста и ссылок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Встроенный сканер с использованием камеры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Функция поделиться (интеграция с другими приложениями)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chemeClr val="dk1"/>
                </a:solidFill>
              </a:rPr>
              <a:t>Современный UI на Material Design 3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54" name="Google Shape;15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700" y="1308925"/>
            <a:ext cx="2480425" cy="25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/>
        </p:nvSpPr>
        <p:spPr>
          <a:xfrm>
            <a:off x="5713813" y="3965325"/>
            <a:ext cx="214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dk1"/>
                </a:solidFill>
              </a:rPr>
              <a:t>https://github.com/IisemkaiI/QR</a:t>
            </a:r>
            <a:endParaRPr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 Startup by Slidesgo">
  <a:themeElements>
    <a:clrScheme name="Simple Light">
      <a:dk1>
        <a:srgbClr val="FFFFFF"/>
      </a:dk1>
      <a:lt1>
        <a:srgbClr val="091060"/>
      </a:lt1>
      <a:dk2>
        <a:srgbClr val="7247B8"/>
      </a:dk2>
      <a:lt2>
        <a:srgbClr val="0DEEE7"/>
      </a:lt2>
      <a:accent1>
        <a:srgbClr val="01507C"/>
      </a:accent1>
      <a:accent2>
        <a:srgbClr val="15D2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