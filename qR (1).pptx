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Syne"/>
      <p:regular r:id="rId17"/>
      <p:bold r:id="rId18"/>
    </p:embeddedFont>
    <p:embeddedFont>
      <p:font typeface="Albert Sans"/>
      <p:regular r:id="rId19"/>
      <p:bold r:id="rId20"/>
      <p:italic r:id="rId21"/>
      <p:boldItalic r:id="rId22"/>
    </p:embeddedFont>
    <p:embeddedFont>
      <p:font typeface="Syne SemiBold"/>
      <p:regular r:id="rId23"/>
      <p:bold r:id="rId24"/>
    </p:embeddedFont>
    <p:embeddedFont>
      <p:font typeface="Syne Medium"/>
      <p:regular r:id="rId25"/>
      <p:bold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52B2BD-3D07-474B-8F4A-69A63EBA28D0}">
  <a:tblStyle styleId="{6F52B2BD-3D07-474B-8F4A-69A63EBA28D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lbertSans-bold.fntdata"/><Relationship Id="rId22" Type="http://schemas.openxmlformats.org/officeDocument/2006/relationships/font" Target="fonts/AlbertSans-boldItalic.fntdata"/><Relationship Id="rId21" Type="http://schemas.openxmlformats.org/officeDocument/2006/relationships/font" Target="fonts/AlbertSans-italic.fntdata"/><Relationship Id="rId24" Type="http://schemas.openxmlformats.org/officeDocument/2006/relationships/font" Target="fonts/SyneSemiBold-bold.fntdata"/><Relationship Id="rId23" Type="http://schemas.openxmlformats.org/officeDocument/2006/relationships/font" Target="fonts/SyneSemiBold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yneMedium-bold.fntdata"/><Relationship Id="rId25" Type="http://schemas.openxmlformats.org/officeDocument/2006/relationships/font" Target="fonts/SyneMedium-regular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Syne-regular.fntdata"/><Relationship Id="rId16" Type="http://schemas.openxmlformats.org/officeDocument/2006/relationships/font" Target="fonts/Raleway-boldItalic.fntdata"/><Relationship Id="rId19" Type="http://schemas.openxmlformats.org/officeDocument/2006/relationships/font" Target="fonts/AlbertSans-regular.fntdata"/><Relationship Id="rId18" Type="http://schemas.openxmlformats.org/officeDocument/2006/relationships/font" Target="fonts/Syne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7ab2cd00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47ab2cd00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d431007ba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d431007ba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c5a6c8ff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4c5a6c8ff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56aef688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56aef688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713225" y="539500"/>
            <a:ext cx="7717500" cy="90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0" sz="5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389400" y="3946400"/>
            <a:ext cx="30414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 title="techstartup-osc.jpg"/>
          <p:cNvPicPr preferRelativeResize="0"/>
          <p:nvPr/>
        </p:nvPicPr>
        <p:blipFill rotWithShape="1">
          <a:blip r:embed="rId2">
            <a:alphaModFix/>
          </a:blip>
          <a:srcRect b="0" l="0" r="31125" t="3112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" name="Google Shape;14;p3"/>
          <p:cNvSpPr txBox="1"/>
          <p:nvPr>
            <p:ph type="title"/>
          </p:nvPr>
        </p:nvSpPr>
        <p:spPr>
          <a:xfrm>
            <a:off x="713225" y="3585200"/>
            <a:ext cx="7717800" cy="10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b="0" sz="5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713225" y="499725"/>
            <a:ext cx="1267500" cy="684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4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 title="techstartup-osc1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" name="Google Shape;1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 title="techstartup-osc4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" name="Google Shape;22;p5"/>
          <p:cNvSpPr txBox="1"/>
          <p:nvPr>
            <p:ph type="title"/>
          </p:nvPr>
        </p:nvSpPr>
        <p:spPr>
          <a:xfrm>
            <a:off x="720000" y="3644300"/>
            <a:ext cx="2955300" cy="9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4592700" y="3268312"/>
            <a:ext cx="3838200" cy="12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2" type="subTitle"/>
          </p:nvPr>
        </p:nvSpPr>
        <p:spPr>
          <a:xfrm>
            <a:off x="4589325" y="1219088"/>
            <a:ext cx="3838200" cy="12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3" type="subTitle"/>
          </p:nvPr>
        </p:nvSpPr>
        <p:spPr>
          <a:xfrm>
            <a:off x="4589325" y="646388"/>
            <a:ext cx="3838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4" type="subTitle"/>
          </p:nvPr>
        </p:nvSpPr>
        <p:spPr>
          <a:xfrm>
            <a:off x="4592700" y="2695612"/>
            <a:ext cx="3838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 title="techstartup-osc1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" name="Google Shape;29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 title="techstartup-osc3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" name="Google Shape;32;p7"/>
          <p:cNvSpPr txBox="1"/>
          <p:nvPr>
            <p:ph idx="1" type="subTitle"/>
          </p:nvPr>
        </p:nvSpPr>
        <p:spPr>
          <a:xfrm>
            <a:off x="4928800" y="1475100"/>
            <a:ext cx="3501900" cy="21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type="title"/>
          </p:nvPr>
        </p:nvSpPr>
        <p:spPr>
          <a:xfrm>
            <a:off x="811975" y="539488"/>
            <a:ext cx="4294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4" name="Google Shape;34;p7"/>
          <p:cNvSpPr/>
          <p:nvPr>
            <p:ph idx="2" type="pic"/>
          </p:nvPr>
        </p:nvSpPr>
        <p:spPr>
          <a:xfrm>
            <a:off x="1" y="1476775"/>
            <a:ext cx="4294800" cy="3666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8" title="techstartup-osc.jpg"/>
          <p:cNvPicPr preferRelativeResize="0"/>
          <p:nvPr/>
        </p:nvPicPr>
        <p:blipFill rotWithShape="1">
          <a:blip r:embed="rId2">
            <a:alphaModFix/>
          </a:blip>
          <a:srcRect b="0" l="0" r="31125" t="3112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" name="Google Shape;37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0" name="Google Shape;40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1" title="techstartup-osc4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713225" y="539500"/>
            <a:ext cx="6576000" cy="92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b="0" sz="6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5607575" y="3961100"/>
            <a:ext cx="2823300" cy="6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title="techstartup-osc2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2" name="Google Shape;52;p13"/>
          <p:cNvSpPr txBox="1"/>
          <p:nvPr>
            <p:ph type="title"/>
          </p:nvPr>
        </p:nvSpPr>
        <p:spPr>
          <a:xfrm>
            <a:off x="713225" y="539500"/>
            <a:ext cx="3686400" cy="6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 sz="3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hasCustomPrompt="1" idx="2" type="title"/>
          </p:nvPr>
        </p:nvSpPr>
        <p:spPr>
          <a:xfrm>
            <a:off x="4494552" y="1951075"/>
            <a:ext cx="1013400" cy="620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/>
          <p:nvPr>
            <p:ph hasCustomPrompt="1" idx="3" type="title"/>
          </p:nvPr>
        </p:nvSpPr>
        <p:spPr>
          <a:xfrm>
            <a:off x="4494552" y="3306275"/>
            <a:ext cx="1013400" cy="620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/>
          <p:nvPr>
            <p:ph hasCustomPrompt="1" idx="4" type="title"/>
          </p:nvPr>
        </p:nvSpPr>
        <p:spPr>
          <a:xfrm>
            <a:off x="4494552" y="2628675"/>
            <a:ext cx="1013400" cy="620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/>
          <p:nvPr>
            <p:ph hasCustomPrompt="1" idx="5" type="title"/>
          </p:nvPr>
        </p:nvSpPr>
        <p:spPr>
          <a:xfrm>
            <a:off x="4494552" y="3983875"/>
            <a:ext cx="1013400" cy="620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5559775" y="1951088"/>
            <a:ext cx="2871000" cy="6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5559775" y="2628688"/>
            <a:ext cx="2871000" cy="6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59" name="Google Shape;59;p13"/>
          <p:cNvSpPr txBox="1"/>
          <p:nvPr>
            <p:ph idx="7" type="subTitle"/>
          </p:nvPr>
        </p:nvSpPr>
        <p:spPr>
          <a:xfrm>
            <a:off x="5559775" y="3306288"/>
            <a:ext cx="2871000" cy="6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8" type="subTitle"/>
          </p:nvPr>
        </p:nvSpPr>
        <p:spPr>
          <a:xfrm>
            <a:off x="5559775" y="3983888"/>
            <a:ext cx="2871000" cy="6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0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techstartup-osc3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4928800" y="1475100"/>
            <a:ext cx="3501900" cy="21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811975" y="539500"/>
            <a:ext cx="7618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65" name="Google Shape;65;p14"/>
          <p:cNvSpPr/>
          <p:nvPr>
            <p:ph idx="2" type="pic"/>
          </p:nvPr>
        </p:nvSpPr>
        <p:spPr>
          <a:xfrm>
            <a:off x="1" y="1476775"/>
            <a:ext cx="4294800" cy="3666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title="techstartup-osc5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8" name="Google Shape;68;p15"/>
          <p:cNvSpPr txBox="1"/>
          <p:nvPr>
            <p:ph type="title"/>
          </p:nvPr>
        </p:nvSpPr>
        <p:spPr>
          <a:xfrm>
            <a:off x="762679" y="794675"/>
            <a:ext cx="7618500" cy="69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600"/>
              <a:buNone/>
              <a:defRPr b="0" sz="4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85049" y="2398525"/>
            <a:ext cx="5196300" cy="19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techstartup-osc5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2" name="Google Shape;72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719750" y="3509900"/>
            <a:ext cx="3286800" cy="10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subTitle"/>
          </p:nvPr>
        </p:nvSpPr>
        <p:spPr>
          <a:xfrm>
            <a:off x="5137201" y="3499275"/>
            <a:ext cx="3286800" cy="9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3" type="subTitle"/>
          </p:nvPr>
        </p:nvSpPr>
        <p:spPr>
          <a:xfrm>
            <a:off x="5137201" y="1451925"/>
            <a:ext cx="3286800" cy="9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4" type="subTitle"/>
          </p:nvPr>
        </p:nvSpPr>
        <p:spPr>
          <a:xfrm>
            <a:off x="719750" y="2708600"/>
            <a:ext cx="32868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5" type="subTitle"/>
          </p:nvPr>
        </p:nvSpPr>
        <p:spPr>
          <a:xfrm>
            <a:off x="5137201" y="2697975"/>
            <a:ext cx="32868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6" type="subTitle"/>
          </p:nvPr>
        </p:nvSpPr>
        <p:spPr>
          <a:xfrm>
            <a:off x="5137204" y="650625"/>
            <a:ext cx="32868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techstartup-osc6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1" name="Google Shape;8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title="techstartup-osc4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4" name="Google Shape;84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9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7" name="Google Shape;87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0" name="Google Shape;90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" type="subTitle"/>
          </p:nvPr>
        </p:nvSpPr>
        <p:spPr>
          <a:xfrm>
            <a:off x="715400" y="1710171"/>
            <a:ext cx="2392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2" type="subTitle"/>
          </p:nvPr>
        </p:nvSpPr>
        <p:spPr>
          <a:xfrm>
            <a:off x="3376873" y="1710149"/>
            <a:ext cx="2392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3" type="subTitle"/>
          </p:nvPr>
        </p:nvSpPr>
        <p:spPr>
          <a:xfrm>
            <a:off x="715400" y="3498801"/>
            <a:ext cx="2392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4" type="subTitle"/>
          </p:nvPr>
        </p:nvSpPr>
        <p:spPr>
          <a:xfrm>
            <a:off x="3376873" y="3498797"/>
            <a:ext cx="2392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5" type="subTitle"/>
          </p:nvPr>
        </p:nvSpPr>
        <p:spPr>
          <a:xfrm>
            <a:off x="6033621" y="1710149"/>
            <a:ext cx="2392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6" type="subTitle"/>
          </p:nvPr>
        </p:nvSpPr>
        <p:spPr>
          <a:xfrm>
            <a:off x="6033621" y="3498797"/>
            <a:ext cx="2392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7" type="subTitle"/>
          </p:nvPr>
        </p:nvSpPr>
        <p:spPr>
          <a:xfrm>
            <a:off x="720114" y="1017725"/>
            <a:ext cx="23928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8" name="Google Shape;98;p20"/>
          <p:cNvSpPr txBox="1"/>
          <p:nvPr>
            <p:ph idx="8" type="subTitle"/>
          </p:nvPr>
        </p:nvSpPr>
        <p:spPr>
          <a:xfrm>
            <a:off x="3381406" y="1017725"/>
            <a:ext cx="23928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9" name="Google Shape;99;p20"/>
          <p:cNvSpPr txBox="1"/>
          <p:nvPr>
            <p:ph idx="9" type="subTitle"/>
          </p:nvPr>
        </p:nvSpPr>
        <p:spPr>
          <a:xfrm>
            <a:off x="6037972" y="1017725"/>
            <a:ext cx="23928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0" name="Google Shape;100;p20"/>
          <p:cNvSpPr txBox="1"/>
          <p:nvPr>
            <p:ph idx="13" type="subTitle"/>
          </p:nvPr>
        </p:nvSpPr>
        <p:spPr>
          <a:xfrm>
            <a:off x="720114" y="2803098"/>
            <a:ext cx="23928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1" name="Google Shape;101;p20"/>
          <p:cNvSpPr txBox="1"/>
          <p:nvPr>
            <p:ph idx="14" type="subTitle"/>
          </p:nvPr>
        </p:nvSpPr>
        <p:spPr>
          <a:xfrm>
            <a:off x="3381406" y="2803098"/>
            <a:ext cx="23928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2" name="Google Shape;102;p20"/>
          <p:cNvSpPr txBox="1"/>
          <p:nvPr>
            <p:ph idx="15" type="subTitle"/>
          </p:nvPr>
        </p:nvSpPr>
        <p:spPr>
          <a:xfrm>
            <a:off x="6037972" y="2803098"/>
            <a:ext cx="23928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5" name="Google Shape;105;p21"/>
          <p:cNvSpPr txBox="1"/>
          <p:nvPr>
            <p:ph type="title"/>
          </p:nvPr>
        </p:nvSpPr>
        <p:spPr>
          <a:xfrm>
            <a:off x="713257" y="539500"/>
            <a:ext cx="2836800" cy="78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 sz="5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" type="subTitle"/>
          </p:nvPr>
        </p:nvSpPr>
        <p:spPr>
          <a:xfrm>
            <a:off x="713225" y="1325575"/>
            <a:ext cx="28368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/>
        </p:nvSpPr>
        <p:spPr>
          <a:xfrm>
            <a:off x="5004275" y="3649552"/>
            <a:ext cx="3426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Slidesgo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0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2" title="techstartup-osc4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3" title="techstartup-osc1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idx="1" type="subTitle"/>
          </p:nvPr>
        </p:nvSpPr>
        <p:spPr>
          <a:xfrm>
            <a:off x="-903650" y="4296650"/>
            <a:ext cx="30414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Выполнил: Азизов С.M</a:t>
            </a:r>
            <a:endParaRPr/>
          </a:p>
        </p:txBody>
      </p:sp>
      <p:sp>
        <p:nvSpPr>
          <p:cNvPr id="117" name="Google Shape;117;p24"/>
          <p:cNvSpPr txBox="1"/>
          <p:nvPr>
            <p:ph type="ctrTitle"/>
          </p:nvPr>
        </p:nvSpPr>
        <p:spPr>
          <a:xfrm>
            <a:off x="713225" y="539500"/>
            <a:ext cx="7717500" cy="90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QRpro</a:t>
            </a:r>
            <a:endParaRPr/>
          </a:p>
        </p:txBody>
      </p:sp>
      <p:cxnSp>
        <p:nvCxnSpPr>
          <p:cNvPr id="118" name="Google Shape;118;p24"/>
          <p:cNvCxnSpPr>
            <a:endCxn id="116" idx="3"/>
          </p:cNvCxnSpPr>
          <p:nvPr/>
        </p:nvCxnSpPr>
        <p:spPr>
          <a:xfrm>
            <a:off x="-7006250" y="46227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>
            <p:ph type="title"/>
          </p:nvPr>
        </p:nvSpPr>
        <p:spPr>
          <a:xfrm>
            <a:off x="713225" y="539500"/>
            <a:ext cx="4846500" cy="6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Какую </a:t>
            </a:r>
            <a:r>
              <a:rPr lang="en"/>
              <a:t>проблему</a:t>
            </a:r>
            <a:r>
              <a:rPr lang="en"/>
              <a:t> решаем?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5"/>
          <p:cNvSpPr txBox="1"/>
          <p:nvPr>
            <p:ph idx="2" type="title"/>
          </p:nvPr>
        </p:nvSpPr>
        <p:spPr>
          <a:xfrm>
            <a:off x="713227" y="1312375"/>
            <a:ext cx="1013400" cy="6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(01)</a:t>
            </a:r>
            <a:endParaRPr/>
          </a:p>
        </p:txBody>
      </p:sp>
      <p:sp>
        <p:nvSpPr>
          <p:cNvPr id="125" name="Google Shape;125;p25"/>
          <p:cNvSpPr txBox="1"/>
          <p:nvPr>
            <p:ph idx="4" type="title"/>
          </p:nvPr>
        </p:nvSpPr>
        <p:spPr>
          <a:xfrm>
            <a:off x="713227" y="1989975"/>
            <a:ext cx="1013400" cy="6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(02)</a:t>
            </a:r>
            <a:endParaRPr/>
          </a:p>
        </p:txBody>
      </p:sp>
      <p:sp>
        <p:nvSpPr>
          <p:cNvPr id="126" name="Google Shape;126;p25"/>
          <p:cNvSpPr txBox="1"/>
          <p:nvPr>
            <p:ph idx="1" type="subTitle"/>
          </p:nvPr>
        </p:nvSpPr>
        <p:spPr>
          <a:xfrm>
            <a:off x="1778450" y="1312388"/>
            <a:ext cx="2871000" cy="6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Работа без сети</a:t>
            </a:r>
            <a:endParaRPr/>
          </a:p>
        </p:txBody>
      </p:sp>
      <p:sp>
        <p:nvSpPr>
          <p:cNvPr id="127" name="Google Shape;127;p25"/>
          <p:cNvSpPr txBox="1"/>
          <p:nvPr>
            <p:ph idx="6" type="subTitle"/>
          </p:nvPr>
        </p:nvSpPr>
        <p:spPr>
          <a:xfrm>
            <a:off x="1778450" y="1989988"/>
            <a:ext cx="2871000" cy="6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Быстрый перенос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" name="Google Shape;132;p26"/>
          <p:cNvGraphicFramePr/>
          <p:nvPr/>
        </p:nvGraphicFramePr>
        <p:xfrm>
          <a:off x="720000" y="115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{6F52B2BD-3D07-474B-8F4A-69A63EBA28D0}</a:tableStyleId>
              </a:tblPr>
              <a:tblGrid>
                <a:gridCol w="2440750"/>
                <a:gridCol w="4736450"/>
              </a:tblGrid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язык</a:t>
                      </a:r>
                      <a:endParaRPr b="1" sz="1000" u="sng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java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среда разработки</a:t>
                      </a:r>
                      <a:endParaRPr b="1" sz="1000" u="sng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Android studio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UI/UX</a:t>
                      </a:r>
                      <a:endParaRPr b="1" sz="1000" u="sng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6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Material Components 3,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View Binding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, ScrollView, RecyclerView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Хранение данных</a:t>
                      </a:r>
                      <a:endParaRPr b="1" sz="1000" u="sng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SharedPreferences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сборка</a:t>
                      </a:r>
                      <a:endParaRPr b="1" sz="1000" u="sng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6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Gradle (Kotlin DSL)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" name="Google Shape;133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Syne SemiBold"/>
                <a:ea typeface="Syne SemiBold"/>
                <a:cs typeface="Syne SemiBold"/>
                <a:sym typeface="Syne SemiBold"/>
              </a:rPr>
              <a:t>Технический стек</a:t>
            </a:r>
            <a:endParaRPr b="0">
              <a:latin typeface="Syne SemiBold"/>
              <a:ea typeface="Syne SemiBold"/>
              <a:cs typeface="Syne SemiBold"/>
              <a:sym typeface="Syn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762679" y="794675"/>
            <a:ext cx="76185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База данных</a:t>
            </a:r>
            <a:endParaRPr/>
          </a:p>
        </p:txBody>
      </p:sp>
      <p:sp>
        <p:nvSpPr>
          <p:cNvPr id="139" name="Google Shape;139;p27"/>
          <p:cNvSpPr txBox="1"/>
          <p:nvPr/>
        </p:nvSpPr>
        <p:spPr>
          <a:xfrm>
            <a:off x="762675" y="1494300"/>
            <a:ext cx="520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Приложение использует динамическую обработку данных без постоянного хранилища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811975" y="539500"/>
            <a:ext cx="7618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дизайн/функцианал</a:t>
            </a:r>
            <a:endParaRPr/>
          </a:p>
        </p:txBody>
      </p:sp>
      <p:pic>
        <p:nvPicPr>
          <p:cNvPr id="145" name="Google Shape;14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8950" y="1223825"/>
            <a:ext cx="1916341" cy="372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3416" y="1223825"/>
            <a:ext cx="1787746" cy="372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306325" y="285075"/>
            <a:ext cx="7717800" cy="10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заключение/</a:t>
            </a:r>
            <a:r>
              <a:rPr lang="en"/>
              <a:t>Github</a:t>
            </a:r>
            <a:endParaRPr/>
          </a:p>
        </p:txBody>
      </p:sp>
      <p:sp>
        <p:nvSpPr>
          <p:cNvPr id="152" name="Google Shape;152;p29"/>
          <p:cNvSpPr txBox="1"/>
          <p:nvPr/>
        </p:nvSpPr>
        <p:spPr>
          <a:xfrm>
            <a:off x="306325" y="1303875"/>
            <a:ext cx="11244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153" name="Google Shape;153;p29"/>
          <p:cNvSpPr txBox="1"/>
          <p:nvPr/>
        </p:nvSpPr>
        <p:spPr>
          <a:xfrm>
            <a:off x="306325" y="1303875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Разработано полноценное Android-приложение: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chemeClr val="dk1"/>
                </a:solidFill>
              </a:rPr>
              <a:t>Генерация QR-кодов из текста и ссылок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chemeClr val="dk1"/>
                </a:solidFill>
              </a:rPr>
              <a:t>Встроенный сканер с использованием камеры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chemeClr val="dk1"/>
                </a:solidFill>
              </a:rPr>
              <a:t>Функция поделиться (интеграция с другими приложениями)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chemeClr val="dk1"/>
                </a:solidFill>
              </a:rPr>
              <a:t>Современный UI на Material Design 3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54" name="Google Shape;15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3700" y="1308925"/>
            <a:ext cx="2480425" cy="252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9"/>
          <p:cNvSpPr txBox="1"/>
          <p:nvPr/>
        </p:nvSpPr>
        <p:spPr>
          <a:xfrm>
            <a:off x="5713813" y="3965325"/>
            <a:ext cx="214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dk1"/>
                </a:solidFill>
              </a:rPr>
              <a:t>https://github.com/IisemkaiI/QR</a:t>
            </a:r>
            <a:endParaRPr sz="1200" u="sng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ctrTitle"/>
          </p:nvPr>
        </p:nvSpPr>
        <p:spPr>
          <a:xfrm>
            <a:off x="1405950" y="2007125"/>
            <a:ext cx="6332100" cy="90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Спасибо за внимание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